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4AF08-E6B7-4BF7-A191-4316B9F68F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CE948-217D-461F-8E72-954C1523E9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175565" y="138989"/>
            <a:ext cx="11009376" cy="6649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3099537" y="5098695"/>
            <a:ext cx="755905" cy="10387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87295" y="658495"/>
            <a:ext cx="6583680" cy="42208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战斗地图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256559" y="5098695"/>
            <a:ext cx="755905" cy="10387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68190" y="5098695"/>
            <a:ext cx="755905" cy="103875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accent1">
                    <a:lumMod val="75000"/>
                  </a:schemeClr>
                </a:solidFill>
              </a:rPr>
              <a:t>战斗卡牌</a:t>
            </a:r>
            <a:r>
              <a:rPr lang="en-US" altLang="zh-CN" sz="1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zh-CN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9873090" y="1673136"/>
            <a:ext cx="577901" cy="83393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空槽</a:t>
            </a:r>
            <a:endParaRPr lang="zh-CN" altLang="en-US" dirty="0"/>
          </a:p>
        </p:txBody>
      </p:sp>
      <p:sp>
        <p:nvSpPr>
          <p:cNvPr id="17" name="矩形: 圆角 16"/>
          <p:cNvSpPr/>
          <p:nvPr/>
        </p:nvSpPr>
        <p:spPr>
          <a:xfrm>
            <a:off x="9407349" y="1386229"/>
            <a:ext cx="1506931" cy="201169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精神（下拉列表框）</a:t>
            </a:r>
            <a:endParaRPr lang="zh-CN" altLang="en-US" sz="1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470624" y="5156033"/>
            <a:ext cx="699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HP</a:t>
            </a:r>
            <a:r>
              <a:rPr lang="zh-CN" altLang="en-US" dirty="0"/>
              <a:t>条</a:t>
            </a:r>
            <a:endParaRPr lang="en-US" altLang="zh-CN" dirty="0"/>
          </a:p>
          <a:p>
            <a:r>
              <a:rPr lang="en-US" altLang="zh-CN" dirty="0"/>
              <a:t>EN</a:t>
            </a:r>
            <a:r>
              <a:rPr lang="zh-CN" altLang="en-US" dirty="0"/>
              <a:t>条</a:t>
            </a:r>
            <a:endParaRPr lang="en-US" altLang="zh-CN" dirty="0"/>
          </a:p>
          <a:p>
            <a:r>
              <a:rPr lang="en-US" altLang="zh-CN" dirty="0"/>
              <a:t>SP</a:t>
            </a:r>
            <a:r>
              <a:rPr lang="zh-CN" altLang="en-US" dirty="0"/>
              <a:t>条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541020" y="2479675"/>
            <a:ext cx="1599565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队友</a:t>
            </a:r>
            <a:r>
              <a:rPr lang="en-US" altLang="zh-CN" dirty="0"/>
              <a:t>1</a:t>
            </a:r>
            <a:r>
              <a:rPr lang="zh-CN" altLang="en-US" dirty="0"/>
              <a:t>设定情况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541020" y="3211195"/>
            <a:ext cx="1600200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队友</a:t>
            </a:r>
            <a:r>
              <a:rPr lang="en-US" altLang="zh-CN" dirty="0"/>
              <a:t>2</a:t>
            </a:r>
            <a:r>
              <a:rPr lang="zh-CN" altLang="en-US" dirty="0"/>
              <a:t>设定情况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541020" y="3942715"/>
            <a:ext cx="1600200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队友</a:t>
            </a:r>
            <a:r>
              <a:rPr lang="en-US" altLang="zh-CN" dirty="0"/>
              <a:t>3</a:t>
            </a:r>
            <a:r>
              <a:rPr lang="zh-CN" altLang="en-US" dirty="0"/>
              <a:t>设定情况</a:t>
            </a:r>
            <a:endParaRPr lang="zh-CN" altLang="en-US" dirty="0"/>
          </a:p>
        </p:txBody>
      </p:sp>
      <p:sp>
        <p:nvSpPr>
          <p:cNvPr id="35" name="矩形: 圆角 34"/>
          <p:cNvSpPr/>
          <p:nvPr/>
        </p:nvSpPr>
        <p:spPr>
          <a:xfrm>
            <a:off x="9692030" y="5905880"/>
            <a:ext cx="859538" cy="427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000" dirty="0"/>
              <a:t>行动设定完毕</a:t>
            </a:r>
            <a:r>
              <a:rPr lang="zh-CN" altLang="en-US" sz="1000" dirty="0"/>
              <a:t>按钮</a:t>
            </a:r>
            <a:endParaRPr lang="zh-CN" altLang="en-US" sz="1000" dirty="0"/>
          </a:p>
        </p:txBody>
      </p:sp>
      <p:sp>
        <p:nvSpPr>
          <p:cNvPr id="38" name="矩形: 圆角 37"/>
          <p:cNvSpPr/>
          <p:nvPr/>
        </p:nvSpPr>
        <p:spPr>
          <a:xfrm>
            <a:off x="9692030" y="5379190"/>
            <a:ext cx="859538" cy="4278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重新设定按钮</a:t>
            </a:r>
            <a:endParaRPr lang="zh-CN" altLang="en-US" sz="1000" dirty="0"/>
          </a:p>
        </p:txBody>
      </p:sp>
      <p:sp>
        <p:nvSpPr>
          <p:cNvPr id="2" name="矩形: 圆角 1"/>
          <p:cNvSpPr/>
          <p:nvPr/>
        </p:nvSpPr>
        <p:spPr>
          <a:xfrm>
            <a:off x="9873090" y="3012033"/>
            <a:ext cx="577901" cy="83393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空槽</a:t>
            </a:r>
            <a:endParaRPr lang="zh-CN" altLang="en-US" dirty="0"/>
          </a:p>
        </p:txBody>
      </p:sp>
      <p:sp>
        <p:nvSpPr>
          <p:cNvPr id="3" name="矩形: 圆角 2"/>
          <p:cNvSpPr/>
          <p:nvPr/>
        </p:nvSpPr>
        <p:spPr>
          <a:xfrm>
            <a:off x="9407349" y="2725126"/>
            <a:ext cx="1506931" cy="201169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精神（下拉列表框）</a:t>
            </a:r>
            <a:endParaRPr lang="zh-CN" altLang="en-US" sz="1000" dirty="0"/>
          </a:p>
        </p:txBody>
      </p:sp>
      <p:sp>
        <p:nvSpPr>
          <p:cNvPr id="15" name="矩形: 圆角 14"/>
          <p:cNvSpPr/>
          <p:nvPr/>
        </p:nvSpPr>
        <p:spPr>
          <a:xfrm>
            <a:off x="9882225" y="4350931"/>
            <a:ext cx="577901" cy="83393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空槽</a:t>
            </a:r>
            <a:endParaRPr lang="zh-CN" altLang="en-US" dirty="0"/>
          </a:p>
        </p:txBody>
      </p:sp>
      <p:sp>
        <p:nvSpPr>
          <p:cNvPr id="16" name="矩形: 圆角 15"/>
          <p:cNvSpPr/>
          <p:nvPr/>
        </p:nvSpPr>
        <p:spPr>
          <a:xfrm>
            <a:off x="9416484" y="4064024"/>
            <a:ext cx="1506931" cy="201169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精神（下拉列表框）</a:t>
            </a:r>
            <a:endParaRPr lang="zh-CN" altLang="en-US" sz="1000" dirty="0"/>
          </a:p>
        </p:txBody>
      </p:sp>
      <p:sp>
        <p:nvSpPr>
          <p:cNvPr id="18" name="矩形 17"/>
          <p:cNvSpPr/>
          <p:nvPr/>
        </p:nvSpPr>
        <p:spPr>
          <a:xfrm>
            <a:off x="541020" y="1748155"/>
            <a:ext cx="1600200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格上单位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41020" y="1016635"/>
            <a:ext cx="1599565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当前格子</a:t>
            </a:r>
            <a:endParaRPr lang="zh-CN" altLang="en-US" dirty="0"/>
          </a:p>
        </p:txBody>
      </p:sp>
      <p:sp>
        <p:nvSpPr>
          <p:cNvPr id="21" name="矩形: 圆角 20"/>
          <p:cNvSpPr/>
          <p:nvPr/>
        </p:nvSpPr>
        <p:spPr>
          <a:xfrm>
            <a:off x="4837480" y="5098695"/>
            <a:ext cx="755905" cy="103875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accent1">
                    <a:lumMod val="75000"/>
                  </a:schemeClr>
                </a:solidFill>
              </a:rPr>
              <a:t>战斗卡牌</a:t>
            </a:r>
            <a:r>
              <a:rPr lang="en-US" altLang="zh-CN" sz="1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zh-CN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5680253" y="5098695"/>
            <a:ext cx="755905" cy="103875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accent1">
                    <a:lumMod val="75000"/>
                  </a:schemeClr>
                </a:solidFill>
              </a:rPr>
              <a:t>战斗卡牌</a:t>
            </a:r>
            <a:r>
              <a:rPr lang="en-US" altLang="zh-CN" sz="1000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endParaRPr lang="zh-CN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523026" y="5081047"/>
            <a:ext cx="755905" cy="103875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accent1">
                    <a:lumMod val="75000"/>
                  </a:schemeClr>
                </a:solidFill>
              </a:rPr>
              <a:t>战斗卡牌</a:t>
            </a:r>
            <a:r>
              <a:rPr lang="en-US" altLang="zh-CN" sz="1000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endParaRPr lang="zh-CN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392316" y="5073736"/>
            <a:ext cx="755905" cy="103875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accent1">
                    <a:lumMod val="75000"/>
                  </a:schemeClr>
                </a:solidFill>
              </a:rPr>
              <a:t>战斗卡牌</a:t>
            </a:r>
            <a:r>
              <a:rPr lang="en-US" altLang="zh-CN" sz="1000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endParaRPr lang="zh-CN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255506" y="5073736"/>
            <a:ext cx="755905" cy="103875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accent1">
                    <a:lumMod val="75000"/>
                  </a:schemeClr>
                </a:solidFill>
              </a:rPr>
              <a:t>战斗卡牌</a:t>
            </a:r>
            <a:r>
              <a:rPr lang="en-US" altLang="zh-CN" sz="1000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endParaRPr lang="zh-CN" alt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75410" y="1221638"/>
            <a:ext cx="4652467" cy="2933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格上单位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14398" y="1738253"/>
            <a:ext cx="672999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机甲</a:t>
            </a:r>
            <a:endParaRPr lang="en-US" altLang="zh-CN" dirty="0"/>
          </a:p>
          <a:p>
            <a:r>
              <a:rPr lang="zh-CN" altLang="en-US" dirty="0"/>
              <a:t>图标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26387" y="1645921"/>
            <a:ext cx="350398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玩家昵称 </a:t>
            </a:r>
            <a:r>
              <a:rPr lang="en-US" altLang="zh-CN" sz="1200" dirty="0"/>
              <a:t>(Team I)   Kills: 3  Death: 2  Assists: 5</a:t>
            </a:r>
            <a:endParaRPr lang="zh-CN" alt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1726387" y="1922920"/>
            <a:ext cx="350398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机甲名 </a:t>
            </a:r>
            <a:r>
              <a:rPr lang="en-US" altLang="zh-CN" sz="1200" dirty="0"/>
              <a:t>HP 4200 EN 180 Armor 1000</a:t>
            </a:r>
            <a:endParaRPr lang="zh-CN" altLang="en-US" sz="1200" dirty="0"/>
          </a:p>
        </p:txBody>
      </p:sp>
      <p:sp>
        <p:nvSpPr>
          <p:cNvPr id="10" name="文本框 9"/>
          <p:cNvSpPr txBox="1"/>
          <p:nvPr/>
        </p:nvSpPr>
        <p:spPr>
          <a:xfrm>
            <a:off x="2690773" y="2498692"/>
            <a:ext cx="1471576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机甲图</a:t>
            </a:r>
            <a:r>
              <a:rPr lang="en-US" altLang="zh-CN" dirty="0"/>
              <a:t>(1:1)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726387" y="2199919"/>
            <a:ext cx="3503982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机甲</a:t>
            </a:r>
            <a:r>
              <a:rPr lang="en-US" altLang="zh-CN" sz="1200" dirty="0"/>
              <a:t>feature1 | </a:t>
            </a:r>
            <a:r>
              <a:rPr lang="zh-CN" altLang="en-US" sz="1200" dirty="0"/>
              <a:t>机甲</a:t>
            </a:r>
            <a:r>
              <a:rPr lang="en-US" altLang="zh-CN" sz="1200" dirty="0"/>
              <a:t>feature2 | </a:t>
            </a:r>
            <a:r>
              <a:rPr lang="zh-CN" altLang="en-US" sz="1200" dirty="0"/>
              <a:t>机甲</a:t>
            </a:r>
            <a:r>
              <a:rPr lang="en-US" altLang="zh-CN" sz="1200" dirty="0"/>
              <a:t>feature3</a:t>
            </a:r>
            <a:endParaRPr lang="zh-CN" altLang="en-US" sz="1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557369" y="2688335"/>
            <a:ext cx="599848" cy="116955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按</a:t>
            </a:r>
            <a:r>
              <a:rPr lang="en-US" altLang="zh-CN" sz="1000" dirty="0"/>
              <a:t>Q</a:t>
            </a:r>
            <a:r>
              <a:rPr lang="zh-CN" altLang="en-US" sz="1000" dirty="0"/>
              <a:t>或</a:t>
            </a:r>
            <a:r>
              <a:rPr lang="en-US" altLang="zh-CN" sz="1000" dirty="0"/>
              <a:t>W</a:t>
            </a:r>
            <a:r>
              <a:rPr lang="zh-CN" altLang="en-US" sz="1000" dirty="0"/>
              <a:t>显示驾驶员或机甲的详细信息</a:t>
            </a:r>
            <a:endParaRPr lang="en-US" altLang="zh-CN" sz="1000" dirty="0"/>
          </a:p>
          <a:p>
            <a:endParaRPr lang="zh-CN" altLang="en-US" sz="1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914398" y="2498692"/>
            <a:ext cx="1471576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驾驶员图</a:t>
            </a:r>
            <a:r>
              <a:rPr lang="en-US" altLang="zh-CN" dirty="0"/>
              <a:t>(1:1)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3101645" y="351130"/>
            <a:ext cx="1580083" cy="12435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57830" y="290198"/>
            <a:ext cx="343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HP</a:t>
            </a:r>
            <a:endParaRPr lang="zh-CN" altLang="en-US" sz="1000" dirty="0"/>
          </a:p>
        </p:txBody>
      </p:sp>
      <p:sp>
        <p:nvSpPr>
          <p:cNvPr id="6" name="文本框 5"/>
          <p:cNvSpPr txBox="1"/>
          <p:nvPr/>
        </p:nvSpPr>
        <p:spPr>
          <a:xfrm>
            <a:off x="4681728" y="29019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4200/4200</a:t>
            </a:r>
            <a:endParaRPr lang="zh-CN" altLang="en-US" sz="1000" dirty="0"/>
          </a:p>
        </p:txBody>
      </p:sp>
      <p:sp>
        <p:nvSpPr>
          <p:cNvPr id="7" name="矩形: 圆角 6"/>
          <p:cNvSpPr/>
          <p:nvPr/>
        </p:nvSpPr>
        <p:spPr>
          <a:xfrm>
            <a:off x="3101194" y="555868"/>
            <a:ext cx="1580083" cy="12435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57379" y="494936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EN</a:t>
            </a:r>
            <a:endParaRPr lang="zh-CN" altLang="en-US" sz="1000" dirty="0"/>
          </a:p>
        </p:txBody>
      </p:sp>
      <p:sp>
        <p:nvSpPr>
          <p:cNvPr id="9" name="文本框 8"/>
          <p:cNvSpPr txBox="1"/>
          <p:nvPr/>
        </p:nvSpPr>
        <p:spPr>
          <a:xfrm>
            <a:off x="4681277" y="494935"/>
            <a:ext cx="6367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180/180</a:t>
            </a:r>
            <a:endParaRPr lang="zh-CN" altLang="en-US" sz="1000" dirty="0"/>
          </a:p>
        </p:txBody>
      </p:sp>
      <p:sp>
        <p:nvSpPr>
          <p:cNvPr id="10" name="矩形: 圆角 9"/>
          <p:cNvSpPr/>
          <p:nvPr/>
        </p:nvSpPr>
        <p:spPr>
          <a:xfrm>
            <a:off x="3100743" y="760603"/>
            <a:ext cx="1580083" cy="12435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56928" y="699671"/>
            <a:ext cx="320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SP</a:t>
            </a:r>
            <a:endParaRPr lang="zh-CN" altLang="en-US" sz="1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680826" y="699670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40/40</a:t>
            </a:r>
            <a:endParaRPr lang="zh-CN" altLang="en-US" sz="1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756928" y="899499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装甲 </a:t>
            </a:r>
            <a:r>
              <a:rPr lang="en-US" altLang="zh-CN" sz="1000" dirty="0"/>
              <a:t>1000</a:t>
            </a:r>
            <a:endParaRPr lang="zh-CN" altLang="en-US" sz="1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3443337" y="899498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牌组 </a:t>
            </a:r>
            <a:r>
              <a:rPr lang="en-US" altLang="zh-CN" sz="1000" dirty="0">
                <a:solidFill>
                  <a:srgbClr val="FF0000"/>
                </a:solidFill>
              </a:rPr>
              <a:t>6</a:t>
            </a:r>
            <a:r>
              <a:rPr lang="en-US" altLang="zh-CN" sz="1000" dirty="0"/>
              <a:t>/</a:t>
            </a:r>
            <a:r>
              <a:rPr lang="en-US" altLang="zh-CN" sz="1000" dirty="0">
                <a:solidFill>
                  <a:srgbClr val="0070C0"/>
                </a:solidFill>
              </a:rPr>
              <a:t>5</a:t>
            </a:r>
            <a:r>
              <a:rPr lang="en-US" altLang="zh-CN" sz="1000" dirty="0"/>
              <a:t>/</a:t>
            </a:r>
            <a:r>
              <a:rPr lang="en-US" altLang="zh-CN" sz="1000" dirty="0">
                <a:solidFill>
                  <a:srgbClr val="00B050"/>
                </a:solidFill>
              </a:rPr>
              <a:t>4</a:t>
            </a:r>
            <a:endParaRPr lang="zh-CN" altLang="en-US" sz="1000" dirty="0">
              <a:solidFill>
                <a:srgbClr val="00B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37714" y="899498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KDA</a:t>
            </a:r>
            <a:r>
              <a:rPr lang="zh-CN" altLang="en-US" sz="1000" dirty="0"/>
              <a:t> </a:t>
            </a:r>
            <a:r>
              <a:rPr lang="en-US" altLang="zh-CN" sz="1000" dirty="0"/>
              <a:t>3/2/2</a:t>
            </a:r>
            <a:endParaRPr lang="zh-CN" altLang="en-US" sz="1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763141" y="1104234"/>
            <a:ext cx="25458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（此处展示</a:t>
            </a:r>
            <a:r>
              <a:rPr lang="en-US" altLang="zh-CN" sz="1000" dirty="0"/>
              <a:t>buff/debuff, </a:t>
            </a:r>
            <a:r>
              <a:rPr lang="zh-CN" altLang="en-US" sz="1000" dirty="0"/>
              <a:t>若没有，则留空）</a:t>
            </a:r>
            <a:endParaRPr lang="zh-CN" altLang="en-US" sz="10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756928" y="1364992"/>
            <a:ext cx="871411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分析 </a:t>
            </a:r>
            <a:r>
              <a:rPr lang="en-US" altLang="zh-CN" sz="1000" dirty="0"/>
              <a:t>SP10</a:t>
            </a:r>
            <a:endParaRPr lang="zh-CN" altLang="en-US" sz="1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756928" y="1625750"/>
            <a:ext cx="87141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冷风 </a:t>
            </a:r>
            <a:endParaRPr lang="en-US" altLang="zh-CN" sz="1000" dirty="0"/>
          </a:p>
          <a:p>
            <a:r>
              <a:rPr lang="zh-CN" altLang="en-US" sz="1000" dirty="0"/>
              <a:t>雷霆斗士</a:t>
            </a:r>
            <a:endParaRPr lang="zh-CN" altLang="en-US" sz="1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3782203" y="1364992"/>
            <a:ext cx="1338438" cy="16927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（空卡槽）</a:t>
            </a:r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zh-CN" altLang="en-US" sz="1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756928" y="3139379"/>
            <a:ext cx="871411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不使用精神</a:t>
            </a:r>
            <a:endParaRPr lang="zh-CN" altLang="en-US" sz="1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3782203" y="3139379"/>
            <a:ext cx="1338438" cy="16927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（空卡槽）</a:t>
            </a:r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zh-CN" altLang="en-US" sz="1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2756928" y="4913766"/>
            <a:ext cx="871411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不使用精神</a:t>
            </a:r>
            <a:endParaRPr lang="zh-CN" altLang="en-US" sz="1000" dirty="0"/>
          </a:p>
        </p:txBody>
      </p:sp>
      <p:sp>
        <p:nvSpPr>
          <p:cNvPr id="24" name="文本框 23"/>
          <p:cNvSpPr txBox="1"/>
          <p:nvPr/>
        </p:nvSpPr>
        <p:spPr>
          <a:xfrm>
            <a:off x="3782203" y="4913766"/>
            <a:ext cx="1338438" cy="16927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000" dirty="0"/>
              <a:t>（空卡槽）</a:t>
            </a:r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en-US" altLang="zh-CN" sz="1000" dirty="0"/>
          </a:p>
          <a:p>
            <a:endParaRPr lang="zh-CN" alt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WPS 演示</Application>
  <PresentationFormat>宽屏</PresentationFormat>
  <Paragraphs>141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Yiqi Gu</dc:creator>
  <cp:lastModifiedBy>Capricorn</cp:lastModifiedBy>
  <cp:revision>6</cp:revision>
  <dcterms:created xsi:type="dcterms:W3CDTF">2026-05-19T14:55:00Z</dcterms:created>
  <dcterms:modified xsi:type="dcterms:W3CDTF">2026-06-13T02:19:53Z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3F4D561336B44EFABC7653B88D1ACF8B_12</vt:lpwstr>
  </property>
  <property fmtid="{D5CDD505-2E9C-101B-9397-08002B2CF9AE}" pid="3" name="KSOProductBuildVer">
    <vt:lpwstr>2052-12.1.0.26375</vt:lpwstr>
  </property>
</Properties>
</file>